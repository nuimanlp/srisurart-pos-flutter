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แก้จากเดิม: F2 เปลี่ยนจาก "ยังไม่แก้" เป็น "แก้แล้ว (1 ต.ค.)" — commit fc0db4b, PR #538. ส่วนอื่นเหมือนเดิม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แก้จากเดิม: ย้าย 3 ข้อที่ปิดแล้ว (token flaky, ด่านช่องโหว่, CD) ออกจาก "ยังค้าง" ไปกล่องใหม่ "ปิดแล้วหลัง 29 ก.ย." และเพิ่ม #380 ใน "ยังค้าง"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แก้จากเดิม: เพิ่มแถว "อัปเดต 30 ก.ย." (runner ติดตั้ง, deploy จริงครั้งแรก e50f4fa, rollback ผ่าน) และตัด "ขั้นต่อไป: รัน deploy แล้วยืนยัน .current_sha" ออกจากแถว 29 ก.ย. เพราะทำแล้ว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แก้จากเดิม: เพิ่มกล่อง "อัปเดต 2 ต.ค." ใต้ขั้นตอน 1–4 เพื่อไม่ให้ขัดกับหน้า 19–20 ที่ API panels มีข้อมูลแล้ว ตารางและขั้นตอนเดิมไม่แก้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หน้าใหม่ 19: ภาพรวม Monitoring (ควรอยู่ก่อนหน้าสถานะ dashboard)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 20: แทนภาพหน้า 30 เดิม — k6 แสดงว่า "ผ่าน 27 ก.ย. · ยังไม่ได้รันซ้ำ"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326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Fail → Fix → Pass · ด้านที่ไม่สวย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แดง แต่โค้ดไม่ได้เสีย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ต้องแยกสาเหตุให้ออก ไม่งั้นทีมจะกด re-run จนชิน · flaky = test ที่โค้ดเดิมแต่บางทีแดง บางทีเขียว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7B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F1 · e2e flaky — แก้แล้ว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สาเหตุ: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login 13 ครั้งจาก IP เดียว แต่ระบบให้แค่ 10 ครั้ง/นาที → ให้แต่ละ login ใช้ IP ของตัวเอง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3931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7B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F2 · unit test flaky — แก้แล้ว (1 ต.ค.)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สาเหตุ: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เช็กว่า token อายุไม่เกิน 3600 วินาที แต่จับเวลาก่อน login ที่ใช้เวลานาน ถ้าข้ามวินาทีพอดีได้ 3601 → วัดเวลาทั้งก่อนและหลัง login แทน (PR #538)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931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6B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F3 · push image ล้ม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สาเหตุ: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น่าจะเป็น GHCR (ที่เก็บ image) ขัดข้องชั่วคราว — push ถัดไปเขียว (อนุมาน)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971800"/>
            <a:ext cx="3931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6B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F4 · Deploy “failure”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429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สาเหตุ: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มีงาน deploy 2 งานรอคิว ถ้าอนุมัติงานแรกจะได้เวอร์ชันเก่า → จึงกด reject งานเก่าเอง · ด่านอนุมัติทำงานถูกต้อง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srisurart-pos · CI/CD &amp; Quality Gate · 11.7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F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Fail → Fix → Pass · สรุป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สิ่งที่ความล้มเหลวสอนเรา — และสิ่งที่ยังค้าง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e2e บน DB จริงคือ gate ที่คุ้มที่สุด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00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rate limit ไม่ทำงาน, รับ id จาก client, migration ผิดลำดับ — unit test ไม่เห็นสักตัว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84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Gate ต้องบังคับ ไม่ใช่แนะนำ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2585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หลังเปิด branch protection ไม่มี main พังจาก merge ทั้งที่แดงอีก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42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642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แดงบน runner สะอาด &gt; เขียวบนเครื่องเรา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9169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cache ในเครื่อง dev ซ่อนไฟล์ generated ที่พังไว้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009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00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เขียว ≠ พิสูจน์แล้ว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5753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ด่านที่ไม่ได้รันจริง GitHub ก็แสดงเขียว — เราแก้ให้แดงแทน (Backup B3)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1D3A2C"/>
          </a:solidFill>
          <a:ln w="9525">
            <a:solidFill>
              <a:srgbClr val="2F5A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19472" y="1371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FD3A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เขียว 1 ครั้งพิสูจน์อะไร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919472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ทุกชุดผ่าน 100% · ตัวตรวจโค้ดไม่เจอปัญหา · ไฟล์ generated/config ตรง · image ไม่มีช่องโหว่ร้ายแรงที่แก้ได้ (เกณฑ์เต็มหน้า 13)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1E2732"/>
          </a:solidFill>
          <a:ln w="9525">
            <a:solidFill>
              <a:srgbClr val="2E3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19472" y="2313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FD3A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ปิดแล้วหลัง 29 ก.ย.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2578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อายุ token ไม่ flaky แล้ว (PR #538, 1 ต.ค.)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ด่านตรวจช่องโหว่จับได้จริง: pnpm audit บล็อก deploy 30 ก.ย. จนแก้ด้วย PR #512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CD: runner ติดตั้งแล้ว · deploy จริงครั้งแรก 30 ก.ย. ยืนยันด้วย .current_sha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47472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1E2732"/>
          </a:solidFill>
          <a:ln w="9525">
            <a:solidFill>
              <a:srgbClr val="2E3A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9472" y="3547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8B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ยังค้าง — พูดตรง ๆ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919472" y="38130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 ที่ยังไม่รวม main ล่าสุด ก็ merge ได้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admin ข้ามด่านได้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เขียนเลข schema ตายตัว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k6 3 เครื่องบน VM ยังไม่ได้วัด (#380)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srisurart-pos · CI/CD &amp; Quality Gate · 11.8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6B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ทำไม CD ยังไปไม่ถึง VM (ณ 23–24 ก.ย.)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โค้ดพร้อมแล้ว · ติดที่ network กับ runner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7860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Network · ติดอยู่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556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FortiGate ของคณะทำ SSL inspection กับ ghcr.io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326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x509: certificate is not valid for any names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ทางแก้: ขอ network team ยกเว้น ghcr.io, docker.io, gcr.io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73552" y="1325880"/>
            <a:ext cx="257860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38144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Runner · ยังไม่ติดตั้ง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38144" y="17556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API รายงาน 0 runners (23–24 ก.ย.) → deploy job ไม่มีเครื่องรับ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 setup script + runbook แล้ว · รอ network ก่อน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98464" y="1325880"/>
            <a:ext cx="257860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7B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17556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deploy.yml + approval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pos-deploy + rollback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Ansible playbook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pre-flight และ .env บน VM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DCEFE3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1455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7B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อัปเดต 29 ก.ย.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0540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VM ดึง image จาก GHCR ได้แล้ว (ทดสอบ pull จริง) → ใช้ทาง Ansible ปกติจาก PC ตาม tutorial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DCEFE3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895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7B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อัปเดต 30 ก.ย.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8039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ติดตั้ง runner บน mob04 แล้ว · deploy จริงครั้งแรก (commit e50f4fa) ผ่าน approval → Ansible failed=0 · .current_sha ตรง · /health/ready 200 · ทดสอบ rollback ผ่าน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srisurart-pos · CI/CD &amp; Quality Gate ·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FD3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หลักฐาน · Prometheus + Grafana (local)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 pipeline จริง — k6 → Prometheus → Grafana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74720"/>
                <a:gridCol w="28346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Scenario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ผลจริงที่เห็นใน Grafana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หมายเหตุ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p95/p99 by scenario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ครบทั้ง 4 scenario · ตัวเลขตรงกับ k6 summary ที่รันจริง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D3A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remote-write ถูกต้อง 100%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cache hit / error rate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cache hit 99.999% (read) · error rate 0% ทุก scenario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D3A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409 นับเป็น failed ใน k6 เอง ไม่ใช่บั๊ก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API panels (scrape)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8B8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No data — ตามคาด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8B8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ต้องมี api-1/2/3 จริง (compose) ถึงจะ scrape ได้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CPU/Mem vs Disk usage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2F6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CPU/Memory ขึ้นจริง (node-exporter) · Disk: no data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AA8B8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filesystem mount ไม่ตรงบน Docker Desktop macOS</a:t>
                      </a:r>
                      <a:endParaRPr lang="en-US" sz="9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97480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1E2732"/>
          </a:solidFill>
          <a:ln w="9525">
            <a:solidFill>
              <a:srgbClr val="2E3A4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B9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· monitoring.yml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node-exporter + prometheus + grafana แยก project/subnet ของตัวเอง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87752" y="2697480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1E2732"/>
          </a:solidFill>
          <a:ln w="9525">
            <a:solidFill>
              <a:srgbClr val="2E3A4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06624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B9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· k6 -o prometheus-rw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706624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ยิงตรงเข้า Prometheus :9090/api/v1/write ข้าม nginx auth เฉพาะรอบนี้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26864" y="2697480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1E2732"/>
          </a:solidFill>
          <a:ln w="9525">
            <a:solidFill>
              <a:srgbClr val="2E3A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45736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B9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· pos-overview.json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745736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dashboard เดิมของโปรเจกต์ ไม่แก้ query หรือ panel ใดเลย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65976" y="2697480"/>
            <a:ext cx="1901952" cy="896112"/>
          </a:xfrm>
          <a:prstGeom prst="roundRect">
            <a:avLst>
              <a:gd name="adj" fmla="val 6122"/>
            </a:avLst>
          </a:prstGeom>
          <a:solidFill>
            <a:srgbClr val="1E2732"/>
          </a:solidFill>
          <a:ln w="9525">
            <a:solidFill>
              <a:srgbClr val="2E3A4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84848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B9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· ผลตรวจสอบ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FD3A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panel ฝั่ง k6 ขึ้นข้อมูลจริงครบ — pipeline สาย remote-write ใช้ได้จริง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" y="373075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2A2618"/>
          </a:solidFill>
          <a:ln w="9525">
            <a:solidFill>
              <a:srgbClr val="5A4A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3840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B9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อัปเดต 2 ต.ค.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011680" y="3822192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EF2F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รัน stack เต็ม (api-1/2/3 + exporter) บน branch develop → API panels มีข้อมูลแล้ว · dashboard ขยายจาก 12 เป็น 44 panel (หน้า 19–20)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Disk ยัง no data บน macOS · k6 ยังไม่ได้รันซ้ำกับ stack ชุดนี้ — ตัวเลข k6 ในหน้านี้คือรอบ 27 ก.ย.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deploy/grafana/dashboards/pos-overview.json · verified local 27 ก.ย. 2026 · อัปเดต 2 ต.ค. · ไม่ใช่หลักฐานปิด #380 ·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ternus/Desktop/srisurart-pos-flutter/docs/infographic/monitoring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ternus/Desktop/srisurart-pos-flutter/docs/infographic/dashboard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2026-10-03T16:50:04Z</dcterms:created>
  <dcterms:modified xsi:type="dcterms:W3CDTF">2026-10-03T16:50:04Z</dcterms:modified>
</cp:coreProperties>
</file>